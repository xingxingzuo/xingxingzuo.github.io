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EE35BE-612A-4C82-A902-5D9ACB0BE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D490F3F-6CC9-4C35-AC61-FDD1C50A53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430CDD-0EB5-4DD0-AF90-A6DC2C243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F237D-D39F-437D-B58E-A56F132280E9}" type="datetimeFigureOut">
              <a:rPr lang="en-US" smtClean="0"/>
              <a:t>9/9/2022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14C0D2-7D4C-4F18-A300-B55D5B3C9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C76559-DFDB-4FC5-A528-D24D59C82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05578-4521-47B2-8AD5-D762FC1C9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613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A5F7E6-0332-4A1A-98BF-916FEAFE3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ED9D52-EFD2-4BF5-8EF0-FB4EF2BD7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840A84-77C2-4322-93C5-069FBAFA1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F237D-D39F-437D-B58E-A56F132280E9}" type="datetimeFigureOut">
              <a:rPr lang="en-US" smtClean="0"/>
              <a:t>9/9/2022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09C220-6DA9-487A-8263-BE5CE6D99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EFA2ED-F149-4641-B9D0-3BB8FCEE3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05578-4521-47B2-8AD5-D762FC1C9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476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972618-0B58-4E6F-8B2E-FE909570F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8F65DB5-70D7-457A-A5F3-DFAF868BC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6499EB-0E48-4D7C-8711-80CCBB44A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F237D-D39F-437D-B58E-A56F132280E9}" type="datetimeFigureOut">
              <a:rPr lang="en-US" smtClean="0"/>
              <a:t>9/9/2022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F395C8-E3D3-4D37-ACF8-FA665BA2D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415F24-81FD-46BE-B5F2-C4B61C828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05578-4521-47B2-8AD5-D762FC1C9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88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A3E0B3-AD9A-403E-AE21-083DDFFE1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607C80-1BD1-432C-972F-A1BAB15276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A5C5A0F-DC4B-44C9-A5E0-719746C3C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FB864E-EE78-4A5B-A6F1-0758E6BBC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F237D-D39F-437D-B58E-A56F132280E9}" type="datetimeFigureOut">
              <a:rPr lang="en-US" smtClean="0"/>
              <a:t>9/9/2022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84D26A3-E09E-43D2-93FD-D12671EBF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A40409B-2AE1-4DA6-A33A-AFAA7D48C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05578-4521-47B2-8AD5-D762FC1C9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30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DDED57-900A-4F08-90D4-C853BA109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C0107A-E06C-4C4D-936F-690C937BB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085C364-48DA-412C-9100-08D5C8D17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76E006D-6273-40ED-972A-D5FE7955FC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E625ABD-1326-4E04-8A4B-96BCC9CB02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571DFF6-52BE-42A3-B118-95DA2ECCA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F237D-D39F-437D-B58E-A56F132280E9}" type="datetimeFigureOut">
              <a:rPr lang="en-US" smtClean="0"/>
              <a:t>9/9/2022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18D8BF9-40D8-4F88-8716-3E7ED4FDE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B5DDD18-C642-452D-82DF-6BA325F26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05578-4521-47B2-8AD5-D762FC1C9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706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43A3E8-FBFF-43AC-9AAE-81B5164E6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C2744C0-E269-46FF-A4F9-9DEC3FB1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F237D-D39F-437D-B58E-A56F132280E9}" type="datetimeFigureOut">
              <a:rPr lang="en-US" smtClean="0"/>
              <a:t>9/9/2022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6D77A7D-1BBA-4E50-8D00-BABF37289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39DAAAB-CE4D-48DE-98FC-FE381FCBA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05578-4521-47B2-8AD5-D762FC1C9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7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116CCE1-9A51-48D2-9A18-FF124BA47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F237D-D39F-437D-B58E-A56F132280E9}" type="datetimeFigureOut">
              <a:rPr lang="en-US" smtClean="0"/>
              <a:t>9/9/2022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B43E831-E93F-469C-ACCA-ECF87D966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13A074-14DB-47C9-9C80-AF3B9F975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05578-4521-47B2-8AD5-D762FC1C9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470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8C73A4-1DE1-408F-A774-0DFEAE113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441222-FD6D-40AA-AB51-CF1069DF3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517BDC4-7F57-4618-9396-AB43313FE2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0439FB-285B-41D9-BF83-E5C1F6FC3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F237D-D39F-437D-B58E-A56F132280E9}" type="datetimeFigureOut">
              <a:rPr lang="en-US" smtClean="0"/>
              <a:t>9/9/2022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1706E05-E2E1-40A5-B885-ED8E4A16B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68102A-BF9A-41FC-9E01-AD3AA93FA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05578-4521-47B2-8AD5-D762FC1C9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994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F54A0A-0C64-4B93-997A-B670FE94D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8B49E39-D70B-4B3C-BF5A-58D5637E86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A7E6541-6D60-454D-BD16-A796ADAEA0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A9A2161-C5C8-4AF0-81CA-F83749838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F237D-D39F-437D-B58E-A56F132280E9}" type="datetimeFigureOut">
              <a:rPr lang="en-US" smtClean="0"/>
              <a:t>9/9/2022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A618DF9-055A-40A0-A124-6DC646336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BC333C-1CFA-4D1E-89C0-698A7C7FE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05578-4521-47B2-8AD5-D762FC1C9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147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4530D5-CFA9-4F75-9D10-943C2EF23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16F68A2-E8BE-43B2-AD6C-4BABB0746B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B37E17-B098-43DE-8B99-BD29DEBFA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F237D-D39F-437D-B58E-A56F132280E9}" type="datetimeFigureOut">
              <a:rPr lang="en-US" smtClean="0"/>
              <a:t>9/9/2022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9A3D4A-7C4B-427E-A342-CE96BDB41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1618AF-247D-42B9-B735-C71EE81FF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05578-4521-47B2-8AD5-D762FC1C9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225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ADB3628-094A-4D62-BD21-AE0374DB3B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7672F55-B87B-4E94-A629-709E2473A5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198C81-FF9F-4F0C-96AA-C3B2FF22E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F237D-D39F-437D-B58E-A56F132280E9}" type="datetimeFigureOut">
              <a:rPr lang="en-US" smtClean="0"/>
              <a:t>9/9/2022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2CFD8D-2B21-4892-AB34-86FB05E4D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87A5C7-2FC8-49CC-8675-A4CF44A26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05578-4521-47B2-8AD5-D762FC1C9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27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F09B734-7EE1-49A2-B4C2-7CBB9CADB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3E56C2-8923-43B0-898E-FA30F2486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C4B33E-055C-42A7-B208-6FBF95FD42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4F237D-D39F-437D-B58E-A56F132280E9}" type="datetimeFigureOut">
              <a:rPr lang="en-US" smtClean="0"/>
              <a:t>9/9/2022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31F11F-8033-4E39-B866-609FB78B9D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6DB793-433F-4BE0-A719-B9E71E64A2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805578-4521-47B2-8AD5-D762FC1C9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286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D772646A-C45C-481B-AE18-26C174D31E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7051" y="2888056"/>
            <a:ext cx="1993642" cy="65961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5507952C-43FF-42CD-A66A-F53900E7F1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390" y="2836786"/>
            <a:ext cx="1465682" cy="762155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DFDF2089-E7F7-4A02-B87B-0FE4BAC2B6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8672" y="2836786"/>
            <a:ext cx="1806367" cy="762155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47326C3D-21E7-4C19-9AC2-E113612BAC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3018" y="2836786"/>
            <a:ext cx="1843474" cy="762155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D8790E13-9655-4334-9666-59DB7586DF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3096" y="2634417"/>
            <a:ext cx="1215514" cy="1166893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02E0B50E-5E42-401C-99B7-0A1F33F510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4471" y="2562540"/>
            <a:ext cx="1310646" cy="1310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240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ZuoXingxing</dc:creator>
  <cp:lastModifiedBy>ZuoXingxing</cp:lastModifiedBy>
  <cp:revision>3</cp:revision>
  <dcterms:created xsi:type="dcterms:W3CDTF">2022-09-09T21:09:58Z</dcterms:created>
  <dcterms:modified xsi:type="dcterms:W3CDTF">2022-09-09T21:38:44Z</dcterms:modified>
</cp:coreProperties>
</file>